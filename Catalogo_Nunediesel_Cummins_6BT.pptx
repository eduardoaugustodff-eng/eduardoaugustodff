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0099FF"/>
                </a:solidFill>
              </a:defRPr>
            </a:pPr>
            <a:r>
              <a:t>AUTO PEÇAS NUNEDIESEL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B3B3CC"/>
                </a:solidFill>
              </a:defRPr>
            </a:pPr>
            <a:r>
              <a:t>Catálogo de Peças - Motor Cummins 6BT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D4AA"/>
                </a:solidFill>
              </a:defRPr>
            </a:pPr>
            <a:r>
              <a:t>Ferramenta para Vendedores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1F3F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99FF"/>
                </a:solidFill>
              </a:defRPr>
            </a:pPr>
            <a:r>
              <a:t>Índice de Categorias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99FF"/>
                </a:solidFill>
              </a:defRPr>
            </a:pPr>
            <a:r>
              <a:t>1. 🔧 PISTÕES</a:t>
            </a:r>
          </a:p>
          <a:p>
            <a:pPr>
              <a:spcAft>
                <a:spcPts val="800"/>
              </a:spcAft>
              <a:defRPr sz="1600" b="1">
                <a:solidFill>
                  <a:srgbClr val="0099FF"/>
                </a:solidFill>
              </a:defRPr>
            </a:pPr>
            <a:r>
              <a:t>2. ⭕ ANÉIS</a:t>
            </a:r>
          </a:p>
          <a:p>
            <a:pPr>
              <a:spcAft>
                <a:spcPts val="800"/>
              </a:spcAft>
              <a:defRPr sz="1600" b="1">
                <a:solidFill>
                  <a:srgbClr val="0099FF"/>
                </a:solidFill>
              </a:defRPr>
            </a:pPr>
            <a:r>
              <a:t>3. 🛢️ CAMISAS</a:t>
            </a:r>
          </a:p>
          <a:p>
            <a:pPr>
              <a:spcAft>
                <a:spcPts val="800"/>
              </a:spcAft>
              <a:defRPr sz="1600" b="1">
                <a:solidFill>
                  <a:srgbClr val="0099FF"/>
                </a:solidFill>
              </a:defRPr>
            </a:pPr>
            <a:r>
              <a:t>4. ⚙️ BRONZINAS</a:t>
            </a:r>
          </a:p>
          <a:p>
            <a:pPr>
              <a:spcAft>
                <a:spcPts val="800"/>
              </a:spcAft>
              <a:defRPr sz="1600" b="1">
                <a:solidFill>
                  <a:srgbClr val="0099FF"/>
                </a:solidFill>
              </a:defRPr>
            </a:pPr>
            <a:r>
              <a:t>5. 🔩 BUCHAS</a:t>
            </a:r>
          </a:p>
          <a:p>
            <a:pPr>
              <a:spcAft>
                <a:spcPts val="800"/>
              </a:spcAft>
              <a:defRPr sz="1600" b="1">
                <a:solidFill>
                  <a:srgbClr val="0099FF"/>
                </a:solidFill>
              </a:defRPr>
            </a:pPr>
            <a:r>
              <a:t>6. ⚡ TUCHOS</a:t>
            </a:r>
          </a:p>
          <a:p>
            <a:pPr>
              <a:spcAft>
                <a:spcPts val="800"/>
              </a:spcAft>
              <a:defRPr sz="1600" b="1">
                <a:solidFill>
                  <a:srgbClr val="0099FF"/>
                </a:solidFill>
              </a:defRPr>
            </a:pPr>
            <a:r>
              <a:t>7. 💨 VÁLVULAS</a:t>
            </a:r>
          </a:p>
          <a:p>
            <a:pPr>
              <a:spcAft>
                <a:spcPts val="800"/>
              </a:spcAft>
              <a:defRPr sz="1600" b="1">
                <a:solidFill>
                  <a:srgbClr val="0099FF"/>
                </a:solidFill>
              </a:defRPr>
            </a:pPr>
            <a:r>
              <a:t>8. 🪨 GUIAS E SEDES</a:t>
            </a:r>
          </a:p>
          <a:p>
            <a:pPr>
              <a:spcAft>
                <a:spcPts val="800"/>
              </a:spcAft>
              <a:defRPr sz="1600" b="1">
                <a:solidFill>
                  <a:srgbClr val="0099FF"/>
                </a:solidFill>
              </a:defRPr>
            </a:pPr>
            <a:r>
              <a:t>9. 🔗 JUNTAS</a:t>
            </a:r>
          </a:p>
          <a:p>
            <a:pPr>
              <a:spcAft>
                <a:spcPts val="800"/>
              </a:spcAft>
              <a:defRPr sz="1600" b="1">
                <a:solidFill>
                  <a:srgbClr val="0099FF"/>
                </a:solidFill>
              </a:defRPr>
            </a:pPr>
            <a:r>
              <a:t>10. 🛡️ SELOS E RETENTOR</a:t>
            </a:r>
          </a:p>
          <a:p>
            <a:pPr>
              <a:spcAft>
                <a:spcPts val="800"/>
              </a:spcAft>
              <a:defRPr sz="1600" b="1">
                <a:solidFill>
                  <a:srgbClr val="0099FF"/>
                </a:solidFill>
              </a:defRPr>
            </a:pPr>
            <a:r>
              <a:t>11. 💧 BOMBAS</a:t>
            </a:r>
          </a:p>
          <a:p>
            <a:pPr>
              <a:spcAft>
                <a:spcPts val="800"/>
              </a:spcAft>
              <a:defRPr sz="1600" b="1">
                <a:solidFill>
                  <a:srgbClr val="0099FF"/>
                </a:solidFill>
              </a:defRPr>
            </a:pPr>
            <a:r>
              <a:t>12. 🌡️ SISTEMAS</a:t>
            </a:r>
          </a:p>
          <a:p>
            <a:pPr>
              <a:spcAft>
                <a:spcPts val="800"/>
              </a:spcAft>
              <a:defRPr sz="1600" b="1">
                <a:solidFill>
                  <a:srgbClr val="0099FF"/>
                </a:solidFill>
              </a:defRPr>
            </a:pPr>
            <a:r>
              <a:t>13. 🎯 ROLAMENTOS</a:t>
            </a:r>
          </a:p>
          <a:p>
            <a:pPr>
              <a:spcAft>
                <a:spcPts val="800"/>
              </a:spcAft>
              <a:defRPr sz="1600" b="1">
                <a:solidFill>
                  <a:srgbClr val="0099FF"/>
                </a:solidFill>
              </a:defRPr>
            </a:pPr>
            <a:r>
              <a:t>14. 🔤 FILTROS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1F3F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99FF"/>
                </a:solidFill>
              </a:defRPr>
            </a:pPr>
            <a:r>
              <a:t>🔧 PISTÕES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D4AA"/>
                </a:solidFill>
              </a:defRPr>
            </a:pPr>
            <a:r>
              <a:t>7 peças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972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Descrição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Nº Peça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" y="1417319"/>
            <a:ext cx="8595360" cy="0"/>
          </a:xfrm>
          <a:prstGeom prst="line">
            <a:avLst/>
          </a:prstGeom>
          <a:ln w="1270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15544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PA 2102 / S 21550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5544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PISTAO C/ANEL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3921880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0116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PA 9075 / S 21190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0116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PISTAO C/ANEL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3919041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4688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PA 9092 / S 21260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4688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PISTAO C/ANEL (VER ADAPTAÇÕES)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688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3926632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9260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PA 2304 / S 21380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9260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PISTAO C/ANEL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260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3928673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3832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PA 2306 / S 21600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3832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PISTAO C/ANEL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3832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3921884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8404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S 21280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8404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PISTAO C/ANEL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8404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3922571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2976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S 21165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2976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PISTAO C/ANEL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2976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2860210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1F3F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99FF"/>
                </a:solidFill>
              </a:defRPr>
            </a:pPr>
            <a:r>
              <a:t>⭕ ANÉIS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D4AA"/>
                </a:solidFill>
              </a:defRPr>
            </a:pPr>
            <a:r>
              <a:t>2 peças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972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Descrição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Nº Peça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" y="1417319"/>
            <a:ext cx="8595360" cy="0"/>
          </a:xfrm>
          <a:prstGeom prst="line">
            <a:avLst/>
          </a:prstGeom>
          <a:ln w="1270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15544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DC 7188 / A21110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5544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ANEL ASPIRADO - 1 CIL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0116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DC 7187 / A21100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0116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ANEL TURBO - 1 CIL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1F3F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99FF"/>
                </a:solidFill>
              </a:defRPr>
            </a:pPr>
            <a:r>
              <a:t>🛢️ CAMISAS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D4AA"/>
                </a:solidFill>
              </a:defRPr>
            </a:pPr>
            <a:r>
              <a:t>1 peças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972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Descrição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Nº Peça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" y="1417319"/>
            <a:ext cx="8595360" cy="0"/>
          </a:xfrm>
          <a:prstGeom prst="line">
            <a:avLst/>
          </a:prstGeom>
          <a:ln w="1270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15544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C 21100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5544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CAMISA MOTOR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1F3F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99FF"/>
                </a:solidFill>
              </a:defRPr>
            </a:pPr>
            <a:r>
              <a:t>⚙️ BRONZINAS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D4AA"/>
                </a:solidFill>
              </a:defRPr>
            </a:pPr>
            <a:r>
              <a:t>3 peças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972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Descrição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Nº Peça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" y="1417319"/>
            <a:ext cx="8595360" cy="0"/>
          </a:xfrm>
          <a:prstGeom prst="line">
            <a:avLst/>
          </a:prstGeom>
          <a:ln w="1270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15544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B 21426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5544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BRONZINA BIELA / BIELA INTERIÇA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0116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B 21505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0116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BRONZINA BIELA / BIELA FRATURADA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4688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M 21503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4688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BRONZINA MANCAL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688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1F3F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99FF"/>
                </a:solidFill>
              </a:defRPr>
            </a:pPr>
            <a:r>
              <a:t>🔩 BUCHAS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D4AA"/>
                </a:solidFill>
              </a:defRPr>
            </a:pPr>
            <a:r>
              <a:t>2 peças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972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Descrição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Nº Peça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" y="1417319"/>
            <a:ext cx="8595360" cy="0"/>
          </a:xfrm>
          <a:prstGeom prst="line">
            <a:avLst/>
          </a:prstGeom>
          <a:ln w="1270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15544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G 21051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5544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BUCHA BIELA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0116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H 21450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0116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BUCHA COMANDO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1F3F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99FF"/>
                </a:solidFill>
              </a:defRPr>
            </a:pPr>
            <a:r>
              <a:t>⚡ TUCHOS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D4AA"/>
                </a:solidFill>
              </a:defRPr>
            </a:pPr>
            <a:r>
              <a:t>2 peças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972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Descrição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Nº Peça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" y="1417319"/>
            <a:ext cx="8595360" cy="0"/>
          </a:xfrm>
          <a:prstGeom prst="line">
            <a:avLst/>
          </a:prstGeom>
          <a:ln w="1270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15544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T 21135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5544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TUCHO MOTOR FERRO P/ COMANDO DE FERRO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0116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T 21216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0116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TUCHO MOTOR AÇO P/ COMANDO DE AÇO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1F3F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99FF"/>
                </a:solidFill>
              </a:defRPr>
            </a:pPr>
            <a:r>
              <a:t>💨 VÁLVULAS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D4AA"/>
                </a:solidFill>
              </a:defRPr>
            </a:pPr>
            <a:r>
              <a:t>2 peças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972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Descrição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Nº Peça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" y="1417319"/>
            <a:ext cx="8595360" cy="0"/>
          </a:xfrm>
          <a:prstGeom prst="line">
            <a:avLst/>
          </a:prstGeom>
          <a:ln w="1270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15544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VA 0210151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5544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VALVULA ADMISSÃO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0116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VE 0210150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0116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VALVULA ESCAPE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1F3F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99FF"/>
                </a:solidFill>
              </a:defRPr>
            </a:pPr>
            <a:r>
              <a:t>🪨 GUIAS E SEDES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D4AA"/>
                </a:solidFill>
              </a:defRPr>
            </a:pPr>
            <a:r>
              <a:t>3 peças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972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Descrição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Nº Peça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" y="1417319"/>
            <a:ext cx="8595360" cy="0"/>
          </a:xfrm>
          <a:prstGeom prst="line">
            <a:avLst/>
          </a:prstGeom>
          <a:ln w="1270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15544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GC 0210054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5544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GUIA ADM/ESC (PAREDE FINA)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0116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SA 0210108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0116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SEDE ADMISSAO 30°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4688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SE 0210107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4688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SEDE ESCAPE 45°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688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1F3F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99FF"/>
                </a:solidFill>
              </a:defRPr>
            </a:pPr>
            <a:r>
              <a:t>🔗 JUNTAS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D4AA"/>
                </a:solidFill>
              </a:defRPr>
            </a:pPr>
            <a:r>
              <a:t>4 peças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972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Descrição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Nº Peça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" y="1417319"/>
            <a:ext cx="8595360" cy="0"/>
          </a:xfrm>
          <a:prstGeom prst="line">
            <a:avLst/>
          </a:prstGeom>
          <a:ln w="1270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15544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79952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5544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JUNTA SUPERIOR MOTOR C/ RETENTOR E HASTE DE VALVULAS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0116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80952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0116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JUNTA MOTOR COMPLETO S/ RETENTOR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4688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80953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4688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JUNTA MOTOR COMP. C/ RET. PISTA S/ANEIS DE CAMISA E HASTE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688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9260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82285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9260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JUNTA CABEÇOTE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260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1F3F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99FF"/>
                </a:solidFill>
              </a:defRPr>
            </a:pPr>
            <a:r>
              <a:t>🛡️ SELOS E RETENTOR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D4AA"/>
                </a:solidFill>
              </a:defRPr>
            </a:pPr>
            <a:r>
              <a:t>4 peças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972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Descrição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Nº Peça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" y="1417319"/>
            <a:ext cx="8595360" cy="0"/>
          </a:xfrm>
          <a:prstGeom prst="line">
            <a:avLst/>
          </a:prstGeom>
          <a:ln w="1270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15544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05603 KIT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5544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KIT RETENTOR POLIA C/ PISTA + DISPOSITIVO MONTAGEM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0116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05287 KIT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0116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KIT RETENTOR TRAZEIRO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4688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05287 GRGH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4688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RETENTO TRAZEIRO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688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9260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09286 NOF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9260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RETENTOR HASTE DE VALVULAS S/ CARCAÇA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260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1F3F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99FF"/>
                </a:solidFill>
              </a:defRPr>
            </a:pPr>
            <a:r>
              <a:t>💧 BOMBAS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D4AA"/>
                </a:solidFill>
              </a:defRPr>
            </a:pPr>
            <a:r>
              <a:t>2 peças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972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Descrição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Nº Peça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" y="1417319"/>
            <a:ext cx="8595360" cy="0"/>
          </a:xfrm>
          <a:prstGeom prst="line">
            <a:avLst/>
          </a:prstGeom>
          <a:ln w="1270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15544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UB 731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5544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BOMBA AGUA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0116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10169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0116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BOMBA OLEO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1F3F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99FF"/>
                </a:solidFill>
              </a:defRPr>
            </a:pPr>
            <a:r>
              <a:t>🌡️ SISTEMAS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D4AA"/>
                </a:solidFill>
              </a:defRPr>
            </a:pPr>
            <a:r>
              <a:t>3 peças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972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Descrição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Nº Peça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" y="1417319"/>
            <a:ext cx="8595360" cy="0"/>
          </a:xfrm>
          <a:prstGeom prst="line">
            <a:avLst/>
          </a:prstGeom>
          <a:ln w="1270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15544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VT 342.83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5544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VALVULA TERMOSTATICA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0116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CO 610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0116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COMANDO VALVULAS AÇO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4688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VB 288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4688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VIRABREQUIM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688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1F3F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99FF"/>
                </a:solidFill>
              </a:defRPr>
            </a:pPr>
            <a:r>
              <a:t>🎯 ROLAMENTOS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D4AA"/>
                </a:solidFill>
              </a:defRPr>
            </a:pPr>
            <a:r>
              <a:t>1 peças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972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Descrição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Nº Peça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" y="1417319"/>
            <a:ext cx="8595360" cy="0"/>
          </a:xfrm>
          <a:prstGeom prst="line">
            <a:avLst/>
          </a:prstGeom>
          <a:ln w="1270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15544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6206 2RSR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5544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ROLAMENTO DO VIRABREQUIM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1F3F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99FF"/>
                </a:solidFill>
              </a:defRPr>
            </a:pPr>
            <a:r>
              <a:t>🔤 FILTROS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D4AA"/>
                </a:solidFill>
              </a:defRPr>
            </a:pPr>
            <a:r>
              <a:t>3 peças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972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Descrição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9FF"/>
                </a:solidFill>
              </a:defRPr>
            </a:pPr>
            <a:r>
              <a:t>Nº Peça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" y="1417319"/>
            <a:ext cx="8595360" cy="0"/>
          </a:xfrm>
          <a:prstGeom prst="line">
            <a:avLst/>
          </a:prstGeom>
          <a:ln w="1270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15544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0986B01008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5544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FILTRO OLEO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0116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0986450713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0116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FILTRO COMBUSTIVEL PRIMARIO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4688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0986450519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4688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FILTRO COMBUSTIVEL SECUNDARIO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688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B3B3CC"/>
                </a:solidFill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1F3F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99FF"/>
                </a:solidFill>
              </a:defRPr>
            </a:pPr>
            <a:r>
              <a:t>Informações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0099FF"/>
                </a:solidFill>
              </a:defRPr>
            </a:pPr>
            <a:r>
              <a:t>📞 CONTATO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Auto Peças Nunediesel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💬 Entre em contato para: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• Consultar disponibilidade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• Solicitar orçamento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  • Agendar entrega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600"/>
              </a:spcAft>
              <a:defRPr sz="1800" b="1">
                <a:solidFill>
                  <a:srgbClr val="0099FF"/>
                </a:solidFill>
              </a:defRPr>
            </a:pPr>
            <a:r>
              <a:t>Obrigado pela confiança! 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